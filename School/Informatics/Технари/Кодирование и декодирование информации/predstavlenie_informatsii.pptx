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03.12.2017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Письменность и кодирование информации</a:t>
            </a:r>
            <a:endParaRPr lang="ru-RU" dirty="0"/>
          </a:p>
        </p:txBody>
      </p:sp>
      <p:pic>
        <p:nvPicPr>
          <p:cNvPr id="4" name="Содержимое 3" descr="Схема передачи информации через письменность"/>
          <p:cNvPicPr>
            <a:picLocks noGrp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909762" y="2959100"/>
            <a:ext cx="532447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и способы кодирования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«Здравствуй, дорогой Саша!» приходится писать так: «</a:t>
            </a:r>
            <a:r>
              <a:rPr lang="ru-RU" dirty="0" err="1" smtClean="0"/>
              <a:t>Zdravstvui</a:t>
            </a:r>
            <a:r>
              <a:rPr lang="ru-RU" dirty="0" smtClean="0"/>
              <a:t>, </a:t>
            </a:r>
            <a:r>
              <a:rPr lang="ru-RU" dirty="0" err="1" smtClean="0"/>
              <a:t>dorogoi</a:t>
            </a:r>
            <a:r>
              <a:rPr lang="ru-RU" dirty="0" smtClean="0"/>
              <a:t> </a:t>
            </a:r>
            <a:r>
              <a:rPr lang="ru-RU" dirty="0" err="1" smtClean="0"/>
              <a:t>Sasha</a:t>
            </a:r>
            <a:r>
              <a:rPr lang="ru-RU" dirty="0" smtClean="0"/>
              <a:t>!».</a:t>
            </a:r>
          </a:p>
          <a:p>
            <a:endParaRPr lang="ru-RU" dirty="0"/>
          </a:p>
        </p:txBody>
      </p:sp>
      <p:pic>
        <p:nvPicPr>
          <p:cNvPr id="4" name="Рисунок 3" descr="Стенограмма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708920"/>
            <a:ext cx="2473960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3275856" y="3105835"/>
            <a:ext cx="49685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Говорить умеют все люди на свете. Даже у самых примитивных племен есть речь. Язык — это нечто всеобщее и самое человеческое, что есть на свете».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Кодирование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Переход от представления на естественном языке к представлению на формальном языке можно также рассматривать как кодирование.</a:t>
            </a:r>
          </a:p>
          <a:p>
            <a:r>
              <a:rPr lang="ru-RU" dirty="0" smtClean="0"/>
              <a:t>Шифрование представляет собой процесс превращения открытого текста в зашифрованный, а дешифрование — процесс обратного преобразования, при котором восстанавливается исходный текст. Шифрование — это тоже кодирование, но с засекреченным методом, известным только источнику и адресату.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История способов кодирования</a:t>
            </a:r>
            <a:endParaRPr lang="ru-RU" dirty="0"/>
          </a:p>
        </p:txBody>
      </p:sp>
      <p:pic>
        <p:nvPicPr>
          <p:cNvPr id="4" name="Содержимое 3" descr="77980795_Emile_Baudot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499992" y="1690649"/>
            <a:ext cx="4114372" cy="5167351"/>
          </a:xfrm>
        </p:spPr>
      </p:pic>
      <p:pic>
        <p:nvPicPr>
          <p:cNvPr id="5" name="Рисунок 4" descr="samuel_mors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1700808"/>
            <a:ext cx="3456384" cy="4608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Азбука Морзе</a:t>
            </a:r>
            <a:endParaRPr lang="ru-RU" dirty="0"/>
          </a:p>
        </p:txBody>
      </p:sp>
      <p:pic>
        <p:nvPicPr>
          <p:cNvPr id="4" name="Содержимое 3" descr="Кодовая таблица Азбуки Морзе"/>
          <p:cNvPicPr>
            <a:picLocks noGrp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62087" y="2216150"/>
            <a:ext cx="62198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Упражнение</a:t>
            </a:r>
            <a:endParaRPr lang="ru-RU" dirty="0"/>
          </a:p>
        </p:txBody>
      </p:sp>
      <p:pic>
        <p:nvPicPr>
          <p:cNvPr id="4" name="Содержимое 3" descr="Кодовая таблица Азбуки Морзе"/>
          <p:cNvPicPr>
            <a:picLocks noGrp="1"/>
          </p:cNvPicPr>
          <p:nvPr>
            <p:ph sz="quarter" idx="1"/>
          </p:nvPr>
        </p:nvPicPr>
        <p:blipFill>
          <a:blip r:embed="rId2" cstate="print"/>
          <a:srcRect r="1594" b="11924"/>
          <a:stretch>
            <a:fillRect/>
          </a:stretch>
        </p:blipFill>
        <p:spPr bwMode="auto">
          <a:xfrm>
            <a:off x="755576" y="1268760"/>
            <a:ext cx="6120680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971600" y="3933056"/>
            <a:ext cx="73448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000" dirty="0" smtClean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1. Пользуюсь азбукой Морзе запишите Вашу Фамилию и имя.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2.1) . _  . .     . . _       _ _ _ .     _ _ _ _      .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_ _     .     _ .     _ . . _     _ _ _ _      .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_ . .     . _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_ . . .     _ . _ _     . . .     _     . _ .     .     .   !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2)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−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−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  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−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−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      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indent="45085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 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−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   ·</a:t>
            </a:r>
            <a:r>
              <a:rPr lang="ru-RU" sz="2000" dirty="0" smtClean="0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prstClr val="black"/>
                </a:solidFill>
                <a:ea typeface="Times New Roman" pitchFamily="18" charset="0"/>
                <a:cs typeface="Times New Roman" pitchFamily="18" charset="0"/>
              </a:rPr>
              <a:t>·</a:t>
            </a:r>
            <a:endParaRPr lang="ru-RU" sz="20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Дополнительное задание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 l="27810" t="15094" r="23224" b="7280"/>
          <a:stretch>
            <a:fillRect/>
          </a:stretch>
        </p:blipFill>
        <p:spPr bwMode="auto">
          <a:xfrm>
            <a:off x="971600" y="1196752"/>
            <a:ext cx="7056784" cy="492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Домашнее задание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Параграф №2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</TotalTime>
  <Words>150</Words>
  <Application>Microsoft Office PowerPoint</Application>
  <PresentationFormat>Экран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Arial</vt:lpstr>
      <vt:lpstr>Bookman Old Style</vt:lpstr>
      <vt:lpstr>Calibri</vt:lpstr>
      <vt:lpstr>Cambria</vt:lpstr>
      <vt:lpstr>Gill Sans MT</vt:lpstr>
      <vt:lpstr>Times New Roman</vt:lpstr>
      <vt:lpstr>Wingdings</vt:lpstr>
      <vt:lpstr>Wingdings 3</vt:lpstr>
      <vt:lpstr>Начальная</vt:lpstr>
      <vt:lpstr>Письменность и кодирование информации</vt:lpstr>
      <vt:lpstr>Цели и способы кодирования</vt:lpstr>
      <vt:lpstr>Кодирование</vt:lpstr>
      <vt:lpstr>История способов кодирования</vt:lpstr>
      <vt:lpstr>Азбука Морзе</vt:lpstr>
      <vt:lpstr>Упражнение</vt:lpstr>
      <vt:lpstr>Дополнительное задание</vt:lpstr>
      <vt:lpstr>Домашнее задание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Представление информации, языки, кодирование.</dc:title>
  <dc:creator>user</dc:creator>
  <cp:lastModifiedBy>Diablo</cp:lastModifiedBy>
  <cp:revision>6</cp:revision>
  <dcterms:created xsi:type="dcterms:W3CDTF">2015-09-08T11:35:16Z</dcterms:created>
  <dcterms:modified xsi:type="dcterms:W3CDTF">2017-12-03T17:21:21Z</dcterms:modified>
</cp:coreProperties>
</file>