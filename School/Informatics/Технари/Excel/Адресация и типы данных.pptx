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DC3F47-0CA3-439F-893D-6350A61DD187}" type="doc">
      <dgm:prSet loTypeId="urn:microsoft.com/office/officeart/2005/8/layout/orgChart1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2519315D-CD2C-4258-A816-1758588235FB}">
      <dgm:prSet phldrT="[Текст]"/>
      <dgm:spPr/>
      <dgm:t>
        <a:bodyPr/>
        <a:lstStyle/>
        <a:p>
          <a:r>
            <a:rPr lang="ru-RU" dirty="0" smtClean="0"/>
            <a:t>Ссылки </a:t>
          </a:r>
          <a:endParaRPr lang="ru-RU" dirty="0"/>
        </a:p>
      </dgm:t>
    </dgm:pt>
    <dgm:pt modelId="{0E9A7694-953A-4438-8381-BCE0EB96FA40}" type="parTrans" cxnId="{8F465A83-1F5C-4660-A07A-BA10B06A0099}">
      <dgm:prSet/>
      <dgm:spPr/>
      <dgm:t>
        <a:bodyPr/>
        <a:lstStyle/>
        <a:p>
          <a:endParaRPr lang="ru-RU"/>
        </a:p>
      </dgm:t>
    </dgm:pt>
    <dgm:pt modelId="{44391891-5468-48C4-979A-926AA5D2B0BA}" type="sibTrans" cxnId="{8F465A83-1F5C-4660-A07A-BA10B06A0099}">
      <dgm:prSet/>
      <dgm:spPr/>
      <dgm:t>
        <a:bodyPr/>
        <a:lstStyle/>
        <a:p>
          <a:endParaRPr lang="ru-RU"/>
        </a:p>
      </dgm:t>
    </dgm:pt>
    <dgm:pt modelId="{E0AFC7FC-3D90-4977-B2D7-EBC07E27A790}">
      <dgm:prSet phldrT="[Текст]"/>
      <dgm:spPr/>
      <dgm:t>
        <a:bodyPr/>
        <a:lstStyle/>
        <a:p>
          <a:r>
            <a:rPr lang="ru-RU" b="0" i="0" dirty="0" smtClean="0"/>
            <a:t>Относительные ссылки</a:t>
          </a:r>
          <a:endParaRPr lang="ru-RU" dirty="0"/>
        </a:p>
      </dgm:t>
    </dgm:pt>
    <dgm:pt modelId="{71E8E743-4E7C-4A83-AFDA-823EB6F3D681}" type="parTrans" cxnId="{6C49EFCA-2CB6-4A35-98EE-D61ACB858F00}">
      <dgm:prSet/>
      <dgm:spPr/>
      <dgm:t>
        <a:bodyPr/>
        <a:lstStyle/>
        <a:p>
          <a:endParaRPr lang="ru-RU"/>
        </a:p>
      </dgm:t>
    </dgm:pt>
    <dgm:pt modelId="{720D5B4E-1537-4C25-AD66-CE14FDB7D98C}" type="sibTrans" cxnId="{6C49EFCA-2CB6-4A35-98EE-D61ACB858F00}">
      <dgm:prSet/>
      <dgm:spPr/>
      <dgm:t>
        <a:bodyPr/>
        <a:lstStyle/>
        <a:p>
          <a:endParaRPr lang="ru-RU"/>
        </a:p>
      </dgm:t>
    </dgm:pt>
    <dgm:pt modelId="{E1993439-0362-480A-8354-9983EA399A88}">
      <dgm:prSet phldrT="[Текст]"/>
      <dgm:spPr/>
      <dgm:t>
        <a:bodyPr/>
        <a:lstStyle/>
        <a:p>
          <a:r>
            <a:rPr lang="ru-RU" b="0" i="0" dirty="0" smtClean="0"/>
            <a:t>Абсолютные ссылки</a:t>
          </a:r>
          <a:endParaRPr lang="ru-RU" dirty="0"/>
        </a:p>
      </dgm:t>
    </dgm:pt>
    <dgm:pt modelId="{182C5F34-AD17-4AD8-A899-D968015E86E5}" type="parTrans" cxnId="{6FB6D34A-380F-4DE3-AAF8-EB4BE9E7FF90}">
      <dgm:prSet/>
      <dgm:spPr/>
      <dgm:t>
        <a:bodyPr/>
        <a:lstStyle/>
        <a:p>
          <a:endParaRPr lang="ru-RU"/>
        </a:p>
      </dgm:t>
    </dgm:pt>
    <dgm:pt modelId="{3E603E9F-9C83-4018-B2A7-FF1DDF94BAD4}" type="sibTrans" cxnId="{6FB6D34A-380F-4DE3-AAF8-EB4BE9E7FF90}">
      <dgm:prSet/>
      <dgm:spPr/>
      <dgm:t>
        <a:bodyPr/>
        <a:lstStyle/>
        <a:p>
          <a:endParaRPr lang="ru-RU"/>
        </a:p>
      </dgm:t>
    </dgm:pt>
    <dgm:pt modelId="{535DFA78-15BC-407B-B0D8-4589E7B09049}">
      <dgm:prSet phldrT="[Текст]"/>
      <dgm:spPr/>
      <dgm:t>
        <a:bodyPr/>
        <a:lstStyle/>
        <a:p>
          <a:r>
            <a:rPr lang="ru-RU" b="0" i="0" dirty="0" smtClean="0"/>
            <a:t>Смешанные ссылки</a:t>
          </a:r>
          <a:endParaRPr lang="ru-RU" dirty="0"/>
        </a:p>
      </dgm:t>
    </dgm:pt>
    <dgm:pt modelId="{2523492F-0D5F-4CF9-8C19-7DB68C5F6970}" type="parTrans" cxnId="{46C91C5D-2540-49DE-99CC-05C3B859C0E3}">
      <dgm:prSet/>
      <dgm:spPr/>
      <dgm:t>
        <a:bodyPr/>
        <a:lstStyle/>
        <a:p>
          <a:endParaRPr lang="ru-RU"/>
        </a:p>
      </dgm:t>
    </dgm:pt>
    <dgm:pt modelId="{305D2155-F171-4BB7-8A5F-007AE83DFF23}" type="sibTrans" cxnId="{46C91C5D-2540-49DE-99CC-05C3B859C0E3}">
      <dgm:prSet/>
      <dgm:spPr/>
      <dgm:t>
        <a:bodyPr/>
        <a:lstStyle/>
        <a:p>
          <a:endParaRPr lang="ru-RU"/>
        </a:p>
      </dgm:t>
    </dgm:pt>
    <dgm:pt modelId="{E04E2640-603F-48FC-800C-83509D6CC14D}" type="pres">
      <dgm:prSet presAssocID="{16DC3F47-0CA3-439F-893D-6350A61DD18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4AEA0C8-35B0-49A2-8A8A-F00FE187D4EF}" type="pres">
      <dgm:prSet presAssocID="{2519315D-CD2C-4258-A816-1758588235FB}" presName="hierRoot1" presStyleCnt="0">
        <dgm:presLayoutVars>
          <dgm:hierBranch val="init"/>
        </dgm:presLayoutVars>
      </dgm:prSet>
      <dgm:spPr/>
    </dgm:pt>
    <dgm:pt modelId="{C06555E7-D986-46E8-8963-D4F255742335}" type="pres">
      <dgm:prSet presAssocID="{2519315D-CD2C-4258-A816-1758588235FB}" presName="rootComposite1" presStyleCnt="0"/>
      <dgm:spPr/>
    </dgm:pt>
    <dgm:pt modelId="{A67C45CF-BA36-449F-B070-AD3DC937B915}" type="pres">
      <dgm:prSet presAssocID="{2519315D-CD2C-4258-A816-1758588235F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8981CCC-3B1B-44CF-ABC6-4ABF48254E6B}" type="pres">
      <dgm:prSet presAssocID="{2519315D-CD2C-4258-A816-1758588235FB}" presName="rootConnector1" presStyleLbl="node1" presStyleIdx="0" presStyleCnt="0"/>
      <dgm:spPr/>
      <dgm:t>
        <a:bodyPr/>
        <a:lstStyle/>
        <a:p>
          <a:endParaRPr lang="ru-RU"/>
        </a:p>
      </dgm:t>
    </dgm:pt>
    <dgm:pt modelId="{EC341206-8A4C-475D-BFD3-FA9349670CF4}" type="pres">
      <dgm:prSet presAssocID="{2519315D-CD2C-4258-A816-1758588235FB}" presName="hierChild2" presStyleCnt="0"/>
      <dgm:spPr/>
    </dgm:pt>
    <dgm:pt modelId="{9CE2BC88-42EA-4734-A0A2-7E5688AE1483}" type="pres">
      <dgm:prSet presAssocID="{71E8E743-4E7C-4A83-AFDA-823EB6F3D681}" presName="Name37" presStyleLbl="parChTrans1D2" presStyleIdx="0" presStyleCnt="3"/>
      <dgm:spPr/>
      <dgm:t>
        <a:bodyPr/>
        <a:lstStyle/>
        <a:p>
          <a:endParaRPr lang="ru-RU"/>
        </a:p>
      </dgm:t>
    </dgm:pt>
    <dgm:pt modelId="{DB31DB0C-C027-46ED-85A3-8CF596CA675B}" type="pres">
      <dgm:prSet presAssocID="{E0AFC7FC-3D90-4977-B2D7-EBC07E27A790}" presName="hierRoot2" presStyleCnt="0">
        <dgm:presLayoutVars>
          <dgm:hierBranch val="init"/>
        </dgm:presLayoutVars>
      </dgm:prSet>
      <dgm:spPr/>
    </dgm:pt>
    <dgm:pt modelId="{1406DDAC-4D6A-496A-B98B-A08B33AB1620}" type="pres">
      <dgm:prSet presAssocID="{E0AFC7FC-3D90-4977-B2D7-EBC07E27A790}" presName="rootComposite" presStyleCnt="0"/>
      <dgm:spPr/>
    </dgm:pt>
    <dgm:pt modelId="{3AED2C4E-3821-4454-BC8D-181BAA1315A4}" type="pres">
      <dgm:prSet presAssocID="{E0AFC7FC-3D90-4977-B2D7-EBC07E27A790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62C6E6D-F46D-4DE6-AB5F-BE3051675CD5}" type="pres">
      <dgm:prSet presAssocID="{E0AFC7FC-3D90-4977-B2D7-EBC07E27A790}" presName="rootConnector" presStyleLbl="node2" presStyleIdx="0" presStyleCnt="3"/>
      <dgm:spPr/>
      <dgm:t>
        <a:bodyPr/>
        <a:lstStyle/>
        <a:p>
          <a:endParaRPr lang="ru-RU"/>
        </a:p>
      </dgm:t>
    </dgm:pt>
    <dgm:pt modelId="{B50B952A-0A7D-4CD3-8DD5-5A6D058360D7}" type="pres">
      <dgm:prSet presAssocID="{E0AFC7FC-3D90-4977-B2D7-EBC07E27A790}" presName="hierChild4" presStyleCnt="0"/>
      <dgm:spPr/>
    </dgm:pt>
    <dgm:pt modelId="{20A98589-105C-48E0-8D8C-CF38D54452CE}" type="pres">
      <dgm:prSet presAssocID="{E0AFC7FC-3D90-4977-B2D7-EBC07E27A790}" presName="hierChild5" presStyleCnt="0"/>
      <dgm:spPr/>
    </dgm:pt>
    <dgm:pt modelId="{AEB57F2B-385A-419E-AF13-9A34F47CCDD3}" type="pres">
      <dgm:prSet presAssocID="{182C5F34-AD17-4AD8-A899-D968015E86E5}" presName="Name37" presStyleLbl="parChTrans1D2" presStyleIdx="1" presStyleCnt="3"/>
      <dgm:spPr/>
      <dgm:t>
        <a:bodyPr/>
        <a:lstStyle/>
        <a:p>
          <a:endParaRPr lang="ru-RU"/>
        </a:p>
      </dgm:t>
    </dgm:pt>
    <dgm:pt modelId="{CD854E1D-B979-4556-97F7-F301E656F89C}" type="pres">
      <dgm:prSet presAssocID="{E1993439-0362-480A-8354-9983EA399A88}" presName="hierRoot2" presStyleCnt="0">
        <dgm:presLayoutVars>
          <dgm:hierBranch val="init"/>
        </dgm:presLayoutVars>
      </dgm:prSet>
      <dgm:spPr/>
    </dgm:pt>
    <dgm:pt modelId="{6CE52307-D83B-4042-87E5-558604914995}" type="pres">
      <dgm:prSet presAssocID="{E1993439-0362-480A-8354-9983EA399A88}" presName="rootComposite" presStyleCnt="0"/>
      <dgm:spPr/>
    </dgm:pt>
    <dgm:pt modelId="{AC59D4A3-EFDD-4DCB-A0AB-F809E24ADAD5}" type="pres">
      <dgm:prSet presAssocID="{E1993439-0362-480A-8354-9983EA399A88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1610A51-C45B-4159-A843-41AED153BFCF}" type="pres">
      <dgm:prSet presAssocID="{E1993439-0362-480A-8354-9983EA399A88}" presName="rootConnector" presStyleLbl="node2" presStyleIdx="1" presStyleCnt="3"/>
      <dgm:spPr/>
      <dgm:t>
        <a:bodyPr/>
        <a:lstStyle/>
        <a:p>
          <a:endParaRPr lang="ru-RU"/>
        </a:p>
      </dgm:t>
    </dgm:pt>
    <dgm:pt modelId="{50EAC9BF-CC9D-4BDD-8A7C-626C11E6E057}" type="pres">
      <dgm:prSet presAssocID="{E1993439-0362-480A-8354-9983EA399A88}" presName="hierChild4" presStyleCnt="0"/>
      <dgm:spPr/>
    </dgm:pt>
    <dgm:pt modelId="{D11F5A0F-814F-4C61-801C-D7FE1EC176D5}" type="pres">
      <dgm:prSet presAssocID="{E1993439-0362-480A-8354-9983EA399A88}" presName="hierChild5" presStyleCnt="0"/>
      <dgm:spPr/>
    </dgm:pt>
    <dgm:pt modelId="{E677832A-4336-4444-8596-E7CA21B9B2E0}" type="pres">
      <dgm:prSet presAssocID="{2523492F-0D5F-4CF9-8C19-7DB68C5F6970}" presName="Name37" presStyleLbl="parChTrans1D2" presStyleIdx="2" presStyleCnt="3"/>
      <dgm:spPr/>
      <dgm:t>
        <a:bodyPr/>
        <a:lstStyle/>
        <a:p>
          <a:endParaRPr lang="ru-RU"/>
        </a:p>
      </dgm:t>
    </dgm:pt>
    <dgm:pt modelId="{CE8AFF46-5689-4AB0-BB7E-B0ADAD136D2C}" type="pres">
      <dgm:prSet presAssocID="{535DFA78-15BC-407B-B0D8-4589E7B09049}" presName="hierRoot2" presStyleCnt="0">
        <dgm:presLayoutVars>
          <dgm:hierBranch val="init"/>
        </dgm:presLayoutVars>
      </dgm:prSet>
      <dgm:spPr/>
    </dgm:pt>
    <dgm:pt modelId="{61C94E23-5E3B-4AD5-86E3-FD18D8B3C20A}" type="pres">
      <dgm:prSet presAssocID="{535DFA78-15BC-407B-B0D8-4589E7B09049}" presName="rootComposite" presStyleCnt="0"/>
      <dgm:spPr/>
    </dgm:pt>
    <dgm:pt modelId="{FBA14E96-2CA0-43BD-A72B-0A19B3FADC43}" type="pres">
      <dgm:prSet presAssocID="{535DFA78-15BC-407B-B0D8-4589E7B09049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5A9BBC2-02C3-4289-97FC-80EC29B2CD8F}" type="pres">
      <dgm:prSet presAssocID="{535DFA78-15BC-407B-B0D8-4589E7B09049}" presName="rootConnector" presStyleLbl="node2" presStyleIdx="2" presStyleCnt="3"/>
      <dgm:spPr/>
      <dgm:t>
        <a:bodyPr/>
        <a:lstStyle/>
        <a:p>
          <a:endParaRPr lang="ru-RU"/>
        </a:p>
      </dgm:t>
    </dgm:pt>
    <dgm:pt modelId="{48830509-8140-4C8E-B147-B10D5EDC01B6}" type="pres">
      <dgm:prSet presAssocID="{535DFA78-15BC-407B-B0D8-4589E7B09049}" presName="hierChild4" presStyleCnt="0"/>
      <dgm:spPr/>
    </dgm:pt>
    <dgm:pt modelId="{EF0B38C7-4303-4ABD-9E46-268D23538AAE}" type="pres">
      <dgm:prSet presAssocID="{535DFA78-15BC-407B-B0D8-4589E7B09049}" presName="hierChild5" presStyleCnt="0"/>
      <dgm:spPr/>
    </dgm:pt>
    <dgm:pt modelId="{271C11A3-FC10-4461-9760-3F72B31DD444}" type="pres">
      <dgm:prSet presAssocID="{2519315D-CD2C-4258-A816-1758588235FB}" presName="hierChild3" presStyleCnt="0"/>
      <dgm:spPr/>
    </dgm:pt>
  </dgm:ptLst>
  <dgm:cxnLst>
    <dgm:cxn modelId="{8CD95DE2-5B2A-48DE-91CB-4380DE4D73CB}" type="presOf" srcId="{E0AFC7FC-3D90-4977-B2D7-EBC07E27A790}" destId="{3AED2C4E-3821-4454-BC8D-181BAA1315A4}" srcOrd="0" destOrd="0" presId="urn:microsoft.com/office/officeart/2005/8/layout/orgChart1"/>
    <dgm:cxn modelId="{8F465A83-1F5C-4660-A07A-BA10B06A0099}" srcId="{16DC3F47-0CA3-439F-893D-6350A61DD187}" destId="{2519315D-CD2C-4258-A816-1758588235FB}" srcOrd="0" destOrd="0" parTransId="{0E9A7694-953A-4438-8381-BCE0EB96FA40}" sibTransId="{44391891-5468-48C4-979A-926AA5D2B0BA}"/>
    <dgm:cxn modelId="{259A31C2-8E79-4954-93E1-A0E0B094EE6A}" type="presOf" srcId="{182C5F34-AD17-4AD8-A899-D968015E86E5}" destId="{AEB57F2B-385A-419E-AF13-9A34F47CCDD3}" srcOrd="0" destOrd="0" presId="urn:microsoft.com/office/officeart/2005/8/layout/orgChart1"/>
    <dgm:cxn modelId="{6FB6D34A-380F-4DE3-AAF8-EB4BE9E7FF90}" srcId="{2519315D-CD2C-4258-A816-1758588235FB}" destId="{E1993439-0362-480A-8354-9983EA399A88}" srcOrd="1" destOrd="0" parTransId="{182C5F34-AD17-4AD8-A899-D968015E86E5}" sibTransId="{3E603E9F-9C83-4018-B2A7-FF1DDF94BAD4}"/>
    <dgm:cxn modelId="{93D3ECA7-8412-487E-B8E6-434843E36F84}" type="presOf" srcId="{535DFA78-15BC-407B-B0D8-4589E7B09049}" destId="{FBA14E96-2CA0-43BD-A72B-0A19B3FADC43}" srcOrd="0" destOrd="0" presId="urn:microsoft.com/office/officeart/2005/8/layout/orgChart1"/>
    <dgm:cxn modelId="{24572426-CFB0-4174-878D-2D5639B5A1AE}" type="presOf" srcId="{E1993439-0362-480A-8354-9983EA399A88}" destId="{61610A51-C45B-4159-A843-41AED153BFCF}" srcOrd="1" destOrd="0" presId="urn:microsoft.com/office/officeart/2005/8/layout/orgChart1"/>
    <dgm:cxn modelId="{3602FF3B-D0C5-4B44-A81A-4CC9C5FB9421}" type="presOf" srcId="{2523492F-0D5F-4CF9-8C19-7DB68C5F6970}" destId="{E677832A-4336-4444-8596-E7CA21B9B2E0}" srcOrd="0" destOrd="0" presId="urn:microsoft.com/office/officeart/2005/8/layout/orgChart1"/>
    <dgm:cxn modelId="{2640B672-F3BD-4D02-934C-2300181638A6}" type="presOf" srcId="{2519315D-CD2C-4258-A816-1758588235FB}" destId="{38981CCC-3B1B-44CF-ABC6-4ABF48254E6B}" srcOrd="1" destOrd="0" presId="urn:microsoft.com/office/officeart/2005/8/layout/orgChart1"/>
    <dgm:cxn modelId="{292C378D-BCF4-45A5-9EF6-2707E99941CE}" type="presOf" srcId="{16DC3F47-0CA3-439F-893D-6350A61DD187}" destId="{E04E2640-603F-48FC-800C-83509D6CC14D}" srcOrd="0" destOrd="0" presId="urn:microsoft.com/office/officeart/2005/8/layout/orgChart1"/>
    <dgm:cxn modelId="{8F6A7A22-4CF2-41D6-B043-DC389CECD3D5}" type="presOf" srcId="{535DFA78-15BC-407B-B0D8-4589E7B09049}" destId="{75A9BBC2-02C3-4289-97FC-80EC29B2CD8F}" srcOrd="1" destOrd="0" presId="urn:microsoft.com/office/officeart/2005/8/layout/orgChart1"/>
    <dgm:cxn modelId="{5BAFD9B7-AB4C-4216-87C0-BA34A16B51EB}" type="presOf" srcId="{E0AFC7FC-3D90-4977-B2D7-EBC07E27A790}" destId="{562C6E6D-F46D-4DE6-AB5F-BE3051675CD5}" srcOrd="1" destOrd="0" presId="urn:microsoft.com/office/officeart/2005/8/layout/orgChart1"/>
    <dgm:cxn modelId="{8C378AF9-956C-4311-AD53-2BE99F81E870}" type="presOf" srcId="{71E8E743-4E7C-4A83-AFDA-823EB6F3D681}" destId="{9CE2BC88-42EA-4734-A0A2-7E5688AE1483}" srcOrd="0" destOrd="0" presId="urn:microsoft.com/office/officeart/2005/8/layout/orgChart1"/>
    <dgm:cxn modelId="{A6186D13-B248-4B0E-A0CE-2E28713DACD7}" type="presOf" srcId="{E1993439-0362-480A-8354-9983EA399A88}" destId="{AC59D4A3-EFDD-4DCB-A0AB-F809E24ADAD5}" srcOrd="0" destOrd="0" presId="urn:microsoft.com/office/officeart/2005/8/layout/orgChart1"/>
    <dgm:cxn modelId="{6C49EFCA-2CB6-4A35-98EE-D61ACB858F00}" srcId="{2519315D-CD2C-4258-A816-1758588235FB}" destId="{E0AFC7FC-3D90-4977-B2D7-EBC07E27A790}" srcOrd="0" destOrd="0" parTransId="{71E8E743-4E7C-4A83-AFDA-823EB6F3D681}" sibTransId="{720D5B4E-1537-4C25-AD66-CE14FDB7D98C}"/>
    <dgm:cxn modelId="{46C91C5D-2540-49DE-99CC-05C3B859C0E3}" srcId="{2519315D-CD2C-4258-A816-1758588235FB}" destId="{535DFA78-15BC-407B-B0D8-4589E7B09049}" srcOrd="2" destOrd="0" parTransId="{2523492F-0D5F-4CF9-8C19-7DB68C5F6970}" sibTransId="{305D2155-F171-4BB7-8A5F-007AE83DFF23}"/>
    <dgm:cxn modelId="{B81C5C7B-3F22-4642-BFAE-A2492B6E8824}" type="presOf" srcId="{2519315D-CD2C-4258-A816-1758588235FB}" destId="{A67C45CF-BA36-449F-B070-AD3DC937B915}" srcOrd="0" destOrd="0" presId="urn:microsoft.com/office/officeart/2005/8/layout/orgChart1"/>
    <dgm:cxn modelId="{A44880A8-404C-4EB8-97C4-5FCF3C75B36E}" type="presParOf" srcId="{E04E2640-603F-48FC-800C-83509D6CC14D}" destId="{F4AEA0C8-35B0-49A2-8A8A-F00FE187D4EF}" srcOrd="0" destOrd="0" presId="urn:microsoft.com/office/officeart/2005/8/layout/orgChart1"/>
    <dgm:cxn modelId="{35CAECD6-DCD7-49CC-881C-33F4343E96B2}" type="presParOf" srcId="{F4AEA0C8-35B0-49A2-8A8A-F00FE187D4EF}" destId="{C06555E7-D986-46E8-8963-D4F255742335}" srcOrd="0" destOrd="0" presId="urn:microsoft.com/office/officeart/2005/8/layout/orgChart1"/>
    <dgm:cxn modelId="{84D64BE2-D38C-4C60-B013-36D14F235F9E}" type="presParOf" srcId="{C06555E7-D986-46E8-8963-D4F255742335}" destId="{A67C45CF-BA36-449F-B070-AD3DC937B915}" srcOrd="0" destOrd="0" presId="urn:microsoft.com/office/officeart/2005/8/layout/orgChart1"/>
    <dgm:cxn modelId="{40E438A0-B035-47A1-99D4-ABB82FA7C5CC}" type="presParOf" srcId="{C06555E7-D986-46E8-8963-D4F255742335}" destId="{38981CCC-3B1B-44CF-ABC6-4ABF48254E6B}" srcOrd="1" destOrd="0" presId="urn:microsoft.com/office/officeart/2005/8/layout/orgChart1"/>
    <dgm:cxn modelId="{D4CA1535-6691-4635-93D3-43C53FE57E1E}" type="presParOf" srcId="{F4AEA0C8-35B0-49A2-8A8A-F00FE187D4EF}" destId="{EC341206-8A4C-475D-BFD3-FA9349670CF4}" srcOrd="1" destOrd="0" presId="urn:microsoft.com/office/officeart/2005/8/layout/orgChart1"/>
    <dgm:cxn modelId="{C2F02F54-8357-4C8A-B160-9667ADB985F4}" type="presParOf" srcId="{EC341206-8A4C-475D-BFD3-FA9349670CF4}" destId="{9CE2BC88-42EA-4734-A0A2-7E5688AE1483}" srcOrd="0" destOrd="0" presId="urn:microsoft.com/office/officeart/2005/8/layout/orgChart1"/>
    <dgm:cxn modelId="{FF9E6288-E48E-424B-946F-C4063BBB9F75}" type="presParOf" srcId="{EC341206-8A4C-475D-BFD3-FA9349670CF4}" destId="{DB31DB0C-C027-46ED-85A3-8CF596CA675B}" srcOrd="1" destOrd="0" presId="urn:microsoft.com/office/officeart/2005/8/layout/orgChart1"/>
    <dgm:cxn modelId="{31490B5B-90CE-433B-A872-29C6C96FA0EF}" type="presParOf" srcId="{DB31DB0C-C027-46ED-85A3-8CF596CA675B}" destId="{1406DDAC-4D6A-496A-B98B-A08B33AB1620}" srcOrd="0" destOrd="0" presId="urn:microsoft.com/office/officeart/2005/8/layout/orgChart1"/>
    <dgm:cxn modelId="{559C5C11-4829-4378-84E1-55BFABB3E28A}" type="presParOf" srcId="{1406DDAC-4D6A-496A-B98B-A08B33AB1620}" destId="{3AED2C4E-3821-4454-BC8D-181BAA1315A4}" srcOrd="0" destOrd="0" presId="urn:microsoft.com/office/officeart/2005/8/layout/orgChart1"/>
    <dgm:cxn modelId="{4EFA488A-8EBC-48CE-A993-467A24C78411}" type="presParOf" srcId="{1406DDAC-4D6A-496A-B98B-A08B33AB1620}" destId="{562C6E6D-F46D-4DE6-AB5F-BE3051675CD5}" srcOrd="1" destOrd="0" presId="urn:microsoft.com/office/officeart/2005/8/layout/orgChart1"/>
    <dgm:cxn modelId="{615F5F73-291D-46FE-9D7D-835EE9EBBBB5}" type="presParOf" srcId="{DB31DB0C-C027-46ED-85A3-8CF596CA675B}" destId="{B50B952A-0A7D-4CD3-8DD5-5A6D058360D7}" srcOrd="1" destOrd="0" presId="urn:microsoft.com/office/officeart/2005/8/layout/orgChart1"/>
    <dgm:cxn modelId="{D90B364C-32C6-477B-B137-D5F3A7F31FAA}" type="presParOf" srcId="{DB31DB0C-C027-46ED-85A3-8CF596CA675B}" destId="{20A98589-105C-48E0-8D8C-CF38D54452CE}" srcOrd="2" destOrd="0" presId="urn:microsoft.com/office/officeart/2005/8/layout/orgChart1"/>
    <dgm:cxn modelId="{0B69CC3F-A161-4B8E-AE41-DD6866C95218}" type="presParOf" srcId="{EC341206-8A4C-475D-BFD3-FA9349670CF4}" destId="{AEB57F2B-385A-419E-AF13-9A34F47CCDD3}" srcOrd="2" destOrd="0" presId="urn:microsoft.com/office/officeart/2005/8/layout/orgChart1"/>
    <dgm:cxn modelId="{7B7F8DA9-E8C9-43F9-8E86-898CDCE66B37}" type="presParOf" srcId="{EC341206-8A4C-475D-BFD3-FA9349670CF4}" destId="{CD854E1D-B979-4556-97F7-F301E656F89C}" srcOrd="3" destOrd="0" presId="urn:microsoft.com/office/officeart/2005/8/layout/orgChart1"/>
    <dgm:cxn modelId="{31D0128C-F463-476F-9093-F357923A4A3F}" type="presParOf" srcId="{CD854E1D-B979-4556-97F7-F301E656F89C}" destId="{6CE52307-D83B-4042-87E5-558604914995}" srcOrd="0" destOrd="0" presId="urn:microsoft.com/office/officeart/2005/8/layout/orgChart1"/>
    <dgm:cxn modelId="{5BFCBCC7-8B6F-4CDD-B00D-2213BC8900E9}" type="presParOf" srcId="{6CE52307-D83B-4042-87E5-558604914995}" destId="{AC59D4A3-EFDD-4DCB-A0AB-F809E24ADAD5}" srcOrd="0" destOrd="0" presId="urn:microsoft.com/office/officeart/2005/8/layout/orgChart1"/>
    <dgm:cxn modelId="{0E6DA33B-5778-4518-BFC7-358A0977B128}" type="presParOf" srcId="{6CE52307-D83B-4042-87E5-558604914995}" destId="{61610A51-C45B-4159-A843-41AED153BFCF}" srcOrd="1" destOrd="0" presId="urn:microsoft.com/office/officeart/2005/8/layout/orgChart1"/>
    <dgm:cxn modelId="{F42A6DE9-F6E0-4F1C-B8BE-8F5B7BF5BB07}" type="presParOf" srcId="{CD854E1D-B979-4556-97F7-F301E656F89C}" destId="{50EAC9BF-CC9D-4BDD-8A7C-626C11E6E057}" srcOrd="1" destOrd="0" presId="urn:microsoft.com/office/officeart/2005/8/layout/orgChart1"/>
    <dgm:cxn modelId="{6C225269-B393-4E3B-B2FF-5087F2E39D09}" type="presParOf" srcId="{CD854E1D-B979-4556-97F7-F301E656F89C}" destId="{D11F5A0F-814F-4C61-801C-D7FE1EC176D5}" srcOrd="2" destOrd="0" presId="urn:microsoft.com/office/officeart/2005/8/layout/orgChart1"/>
    <dgm:cxn modelId="{5B13BC59-3BD3-4DDB-9B05-DEF2A89145B2}" type="presParOf" srcId="{EC341206-8A4C-475D-BFD3-FA9349670CF4}" destId="{E677832A-4336-4444-8596-E7CA21B9B2E0}" srcOrd="4" destOrd="0" presId="urn:microsoft.com/office/officeart/2005/8/layout/orgChart1"/>
    <dgm:cxn modelId="{3D1353A5-9467-40B2-86BD-992019C856A9}" type="presParOf" srcId="{EC341206-8A4C-475D-BFD3-FA9349670CF4}" destId="{CE8AFF46-5689-4AB0-BB7E-B0ADAD136D2C}" srcOrd="5" destOrd="0" presId="urn:microsoft.com/office/officeart/2005/8/layout/orgChart1"/>
    <dgm:cxn modelId="{2D4004AB-00BF-486E-9F54-EAF5C9307CC9}" type="presParOf" srcId="{CE8AFF46-5689-4AB0-BB7E-B0ADAD136D2C}" destId="{61C94E23-5E3B-4AD5-86E3-FD18D8B3C20A}" srcOrd="0" destOrd="0" presId="urn:microsoft.com/office/officeart/2005/8/layout/orgChart1"/>
    <dgm:cxn modelId="{67387151-311A-4ABF-BB47-4C0C2F07DFD6}" type="presParOf" srcId="{61C94E23-5E3B-4AD5-86E3-FD18D8B3C20A}" destId="{FBA14E96-2CA0-43BD-A72B-0A19B3FADC43}" srcOrd="0" destOrd="0" presId="urn:microsoft.com/office/officeart/2005/8/layout/orgChart1"/>
    <dgm:cxn modelId="{A34C7B07-A433-4D1F-88DA-3163246C6882}" type="presParOf" srcId="{61C94E23-5E3B-4AD5-86E3-FD18D8B3C20A}" destId="{75A9BBC2-02C3-4289-97FC-80EC29B2CD8F}" srcOrd="1" destOrd="0" presId="urn:microsoft.com/office/officeart/2005/8/layout/orgChart1"/>
    <dgm:cxn modelId="{45C1A5E7-E92B-4CA2-9F5D-1A0CE9DD3D0C}" type="presParOf" srcId="{CE8AFF46-5689-4AB0-BB7E-B0ADAD136D2C}" destId="{48830509-8140-4C8E-B147-B10D5EDC01B6}" srcOrd="1" destOrd="0" presId="urn:microsoft.com/office/officeart/2005/8/layout/orgChart1"/>
    <dgm:cxn modelId="{B995A041-C449-4B83-99C4-A3E5A977D724}" type="presParOf" srcId="{CE8AFF46-5689-4AB0-BB7E-B0ADAD136D2C}" destId="{EF0B38C7-4303-4ABD-9E46-268D23538AAE}" srcOrd="2" destOrd="0" presId="urn:microsoft.com/office/officeart/2005/8/layout/orgChart1"/>
    <dgm:cxn modelId="{B46CF463-B7DD-4B12-941A-3AFF9842FC6B}" type="presParOf" srcId="{F4AEA0C8-35B0-49A2-8A8A-F00FE187D4EF}" destId="{271C11A3-FC10-4461-9760-3F72B31DD44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7832A-4336-4444-8596-E7CA21B9B2E0}">
      <dsp:nvSpPr>
        <dsp:cNvPr id="0" name=""/>
        <dsp:cNvSpPr/>
      </dsp:nvSpPr>
      <dsp:spPr>
        <a:xfrm>
          <a:off x="4953000" y="1466765"/>
          <a:ext cx="3504283" cy="608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090"/>
              </a:lnTo>
              <a:lnTo>
                <a:pt x="3504283" y="304090"/>
              </a:lnTo>
              <a:lnTo>
                <a:pt x="3504283" y="608181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B57F2B-385A-419E-AF13-9A34F47CCDD3}">
      <dsp:nvSpPr>
        <dsp:cNvPr id="0" name=""/>
        <dsp:cNvSpPr/>
      </dsp:nvSpPr>
      <dsp:spPr>
        <a:xfrm>
          <a:off x="4907280" y="1466765"/>
          <a:ext cx="91440" cy="6081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08181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E2BC88-42EA-4734-A0A2-7E5688AE1483}">
      <dsp:nvSpPr>
        <dsp:cNvPr id="0" name=""/>
        <dsp:cNvSpPr/>
      </dsp:nvSpPr>
      <dsp:spPr>
        <a:xfrm>
          <a:off x="1448716" y="1466765"/>
          <a:ext cx="3504283" cy="608181"/>
        </a:xfrm>
        <a:custGeom>
          <a:avLst/>
          <a:gdLst/>
          <a:ahLst/>
          <a:cxnLst/>
          <a:rect l="0" t="0" r="0" b="0"/>
          <a:pathLst>
            <a:path>
              <a:moveTo>
                <a:pt x="3504283" y="0"/>
              </a:moveTo>
              <a:lnTo>
                <a:pt x="3504283" y="304090"/>
              </a:lnTo>
              <a:lnTo>
                <a:pt x="0" y="304090"/>
              </a:lnTo>
              <a:lnTo>
                <a:pt x="0" y="608181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7C45CF-BA36-449F-B070-AD3DC937B915}">
      <dsp:nvSpPr>
        <dsp:cNvPr id="0" name=""/>
        <dsp:cNvSpPr/>
      </dsp:nvSpPr>
      <dsp:spPr>
        <a:xfrm>
          <a:off x="3504948" y="18714"/>
          <a:ext cx="2896102" cy="14480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kern="1200" dirty="0" smtClean="0"/>
            <a:t>Ссылки </a:t>
          </a:r>
          <a:endParaRPr lang="ru-RU" sz="3300" kern="1200" dirty="0"/>
        </a:p>
      </dsp:txBody>
      <dsp:txXfrm>
        <a:off x="3504948" y="18714"/>
        <a:ext cx="2896102" cy="1448051"/>
      </dsp:txXfrm>
    </dsp:sp>
    <dsp:sp modelId="{3AED2C4E-3821-4454-BC8D-181BAA1315A4}">
      <dsp:nvSpPr>
        <dsp:cNvPr id="0" name=""/>
        <dsp:cNvSpPr/>
      </dsp:nvSpPr>
      <dsp:spPr>
        <a:xfrm>
          <a:off x="665" y="2074946"/>
          <a:ext cx="2896102" cy="14480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0" i="0" kern="1200" dirty="0" smtClean="0"/>
            <a:t>Относительные ссылки</a:t>
          </a:r>
          <a:endParaRPr lang="ru-RU" sz="3300" kern="1200" dirty="0"/>
        </a:p>
      </dsp:txBody>
      <dsp:txXfrm>
        <a:off x="665" y="2074946"/>
        <a:ext cx="2896102" cy="1448051"/>
      </dsp:txXfrm>
    </dsp:sp>
    <dsp:sp modelId="{AC59D4A3-EFDD-4DCB-A0AB-F809E24ADAD5}">
      <dsp:nvSpPr>
        <dsp:cNvPr id="0" name=""/>
        <dsp:cNvSpPr/>
      </dsp:nvSpPr>
      <dsp:spPr>
        <a:xfrm>
          <a:off x="3504948" y="2074946"/>
          <a:ext cx="2896102" cy="14480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0" i="0" kern="1200" dirty="0" smtClean="0"/>
            <a:t>Абсолютные ссылки</a:t>
          </a:r>
          <a:endParaRPr lang="ru-RU" sz="3300" kern="1200" dirty="0"/>
        </a:p>
      </dsp:txBody>
      <dsp:txXfrm>
        <a:off x="3504948" y="2074946"/>
        <a:ext cx="2896102" cy="1448051"/>
      </dsp:txXfrm>
    </dsp:sp>
    <dsp:sp modelId="{FBA14E96-2CA0-43BD-A72B-0A19B3FADC43}">
      <dsp:nvSpPr>
        <dsp:cNvPr id="0" name=""/>
        <dsp:cNvSpPr/>
      </dsp:nvSpPr>
      <dsp:spPr>
        <a:xfrm>
          <a:off x="7009232" y="2074946"/>
          <a:ext cx="2896102" cy="14480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0" i="0" kern="1200" dirty="0" smtClean="0"/>
            <a:t>Смешанные ссылки</a:t>
          </a:r>
          <a:endParaRPr lang="ru-RU" sz="3300" kern="1200" dirty="0"/>
        </a:p>
      </dsp:txBody>
      <dsp:txXfrm>
        <a:off x="7009232" y="2074946"/>
        <a:ext cx="2896102" cy="1448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9E12F-1D54-4BBC-B118-07CF39BCB41B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ADB9D-6E53-4719-959D-02C2EDB93E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99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37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06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123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20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38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53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340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40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16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0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137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6841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38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445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735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171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43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9B1F3-D7A4-462D-81FC-8FD9D418C009}" type="datetimeFigureOut">
              <a:rPr lang="ru-RU" smtClean="0"/>
              <a:t>05.02.2018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A3F48-CA6B-4B2F-839C-C3C77620A3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615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Адресация и типы данных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Презентацию подготовил Боговик А.В.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521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Адресация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Адресация</a:t>
            </a:r>
            <a:r>
              <a:rPr lang="ru-RU" dirty="0"/>
              <a:t> — осуществление </a:t>
            </a:r>
            <a:r>
              <a:rPr lang="ru-RU" b="1" dirty="0"/>
              <a:t>ссылки</a:t>
            </a:r>
            <a:r>
              <a:rPr lang="ru-RU" dirty="0"/>
              <a:t> (обращение) к устройству или элементу данных по его </a:t>
            </a:r>
            <a:r>
              <a:rPr lang="ru-RU" dirty="0" smtClean="0"/>
              <a:t>адресу; </a:t>
            </a:r>
            <a:r>
              <a:rPr lang="ru-RU" dirty="0"/>
              <a:t>установление соответствия между множеством однотипных объектов и множеством их адресов; метод идентификации местоположения </a:t>
            </a:r>
            <a:r>
              <a:rPr lang="ru-RU" dirty="0" smtClean="0"/>
              <a:t>объекта.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98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ссылок 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81654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254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Относительные ссылки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1894" y="1732548"/>
            <a:ext cx="10796337" cy="4515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«Относительность» ссылки означает, что из данной ячейки ссылаются на ячейку, отстоящую на столько-то строк и столбцов </a:t>
            </a:r>
            <a:r>
              <a:rPr lang="ru-RU" sz="2000" i="1" dirty="0"/>
              <a:t>относительно</a:t>
            </a:r>
            <a:r>
              <a:rPr lang="ru-RU" sz="2000" dirty="0"/>
              <a:t> данной </a:t>
            </a:r>
            <a:r>
              <a:rPr lang="ru-RU" sz="2000" dirty="0" smtClean="0"/>
              <a:t>. </a:t>
            </a:r>
            <a:r>
              <a:rPr lang="ru-RU" sz="2000" dirty="0"/>
              <a:t>Здесь в ячейке А6 формула ссылается на две ячейки (С3 и С4), отстоящие от данной на два столбца вправо и на три (С3) и две (С4) ячейки выше. При «протаскивании» формулы, например, в ячейку </a:t>
            </a:r>
            <a:r>
              <a:rPr lang="ru-RU" sz="2000" dirty="0" smtClean="0"/>
              <a:t>А7 </a:t>
            </a:r>
            <a:r>
              <a:rPr lang="ru-RU" sz="2000" dirty="0"/>
              <a:t>формула самопроизвольно изменяется.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3814763"/>
            <a:ext cx="676275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2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Смешанные ссылки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77771" y="1540041"/>
            <a:ext cx="9905999" cy="4515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 smtClean="0"/>
              <a:t>Иногда возникает необходимость закрепить адрес ячейки только по строке или только по столбцу. В таких случаях на помощь приходят смешанные ссылки. </a:t>
            </a:r>
          </a:p>
          <a:p>
            <a:pPr marL="0" indent="0">
              <a:buNone/>
            </a:pPr>
            <a:r>
              <a:rPr lang="ru-RU" sz="1800" dirty="0" smtClean="0"/>
              <a:t>Нам необходимо записать в ячейку D4 такую формулу, которая бы при копировании в ячейки диапазона D4:F6 рассчитывала стоимость с учетом разных значений наценки.</a:t>
            </a:r>
          </a:p>
          <a:p>
            <a:pPr marL="0" indent="0">
              <a:buNone/>
            </a:pPr>
            <a:r>
              <a:rPr lang="ru-RU" sz="1800" dirty="0" smtClean="0"/>
              <a:t>При «протаскивании» формулы по столбцам нам необходимо, чтобы столбец С был зафиксирован. Аналогично, при «протаскивании» формулы по строкам, нам необходимо зафиксировать строку 3. В ячейке D4 таким образом получилась формула =</a:t>
            </a:r>
            <a:r>
              <a:rPr lang="ru-RU" sz="1800" b="1" dirty="0" smtClean="0"/>
              <a:t>$C</a:t>
            </a:r>
            <a:r>
              <a:rPr lang="ru-RU" sz="1800" dirty="0" smtClean="0"/>
              <a:t>4*(1+D</a:t>
            </a:r>
            <a:r>
              <a:rPr lang="ru-RU" sz="1800" b="1" dirty="0" smtClean="0"/>
              <a:t>$3</a:t>
            </a:r>
            <a:r>
              <a:rPr lang="ru-RU" sz="1800" dirty="0" smtClean="0"/>
              <a:t>); абсолютные ссылки выделена. При протаскивании по диапазону D4:F6 такая формула дает правильные значения в каждой ячейке диапазона.</a:t>
            </a:r>
          </a:p>
          <a:p>
            <a:endParaRPr lang="ru-RU" sz="16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3" y="4851735"/>
            <a:ext cx="53244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7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Абсолютные ссылки 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2643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Знак $ перед буквой или цифрой в обозначении ячейки говорит о том, что эта часть обозначения является абсолютной, то есть не будет изменяться при изменении ячейки, из которой делается </a:t>
            </a:r>
            <a:r>
              <a:rPr lang="ru-RU" sz="2000" dirty="0" smtClean="0"/>
              <a:t>ссылка. </a:t>
            </a:r>
            <a:r>
              <a:rPr lang="ru-RU" sz="2000" dirty="0"/>
              <a:t>При «протаскивании» формула не меняется: и из ячейки А6, и из ячейки А7 ссылка идет на ячейки С2 и С3.</a:t>
            </a:r>
          </a:p>
          <a:p>
            <a:pPr marL="0" indent="0">
              <a:buNone/>
            </a:pP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63" y="4020344"/>
            <a:ext cx="6848475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3" y="1816350"/>
            <a:ext cx="2869113" cy="3541714"/>
          </a:xfrm>
        </p:spPr>
        <p:txBody>
          <a:bodyPr>
            <a:normAutofit/>
          </a:bodyPr>
          <a:lstStyle/>
          <a:p>
            <a:r>
              <a:rPr lang="ru-RU" dirty="0" smtClean="0"/>
              <a:t>Данные бывают :</a:t>
            </a:r>
          </a:p>
          <a:p>
            <a:pPr marL="0" indent="0">
              <a:buNone/>
            </a:pP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Текстовый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Формулы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Числовой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8537" y="2013285"/>
            <a:ext cx="49008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В свою очередь числовые данные могут быть представлены в различных форматах: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Денежном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Дата</a:t>
            </a:r>
            <a:r>
              <a:rPr lang="en-US" sz="2000" dirty="0" smtClean="0"/>
              <a:t>/</a:t>
            </a:r>
            <a:r>
              <a:rPr lang="ru-RU" sz="2000" dirty="0" smtClean="0"/>
              <a:t>Время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Процентном </a:t>
            </a:r>
          </a:p>
          <a:p>
            <a:r>
              <a:rPr lang="ru-RU" sz="2000" dirty="0"/>
              <a:t>Если Excel не распознает тип данных как числовой или как формулу, то данные воспринимаются как текст. </a:t>
            </a: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054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Данные в виде формул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Формулы</a:t>
            </a:r>
            <a:r>
              <a:rPr lang="ru-RU" dirty="0"/>
              <a:t>, введенные в ячейку, производят вычисления, управляют работой базы данных, проверяют свойства и значения ячеек и используются для задания связи между ячейками и массивами с помощью адресных ссылок.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285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4" y="121213"/>
            <a:ext cx="9905998" cy="1478570"/>
          </a:xfrm>
        </p:spPr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4" y="1294980"/>
            <a:ext cx="3510798" cy="381443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2000" dirty="0" smtClean="0"/>
              <a:t>Представьте себя </a:t>
            </a:r>
            <a:r>
              <a:rPr lang="ru-RU" sz="2000" dirty="0"/>
              <a:t>одним из членов жюри игры «Формула удачи». Вам поручено отслеживать количество очков, набранных каждым игроком, и вычислять суммарный выигрыш в рублях в соответствии с текущим курсом валюты, а также по результатам игры объявлять победителя. Каждое набранное в игре очко соответствует 1 доллару.</a:t>
            </a:r>
            <a:br>
              <a:rPr lang="ru-RU" sz="2000" dirty="0"/>
            </a:br>
            <a:r>
              <a:rPr lang="ru-RU" sz="2000" b="1" i="1" dirty="0"/>
              <a:t>1. Заготовьте таблицу по образцу:</a:t>
            </a:r>
          </a:p>
          <a:p>
            <a:pPr marL="0" indent="0">
              <a:buNone/>
            </a:pP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4" y="4278480"/>
            <a:ext cx="5248275" cy="2447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69242" y="1294980"/>
            <a:ext cx="401854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2. В ячейки </a:t>
            </a:r>
            <a:r>
              <a:rPr lang="ru-RU" sz="1600" b="1" dirty="0"/>
              <a:t>Е7:Е9</a:t>
            </a:r>
            <a:r>
              <a:rPr lang="ru-RU" sz="1600" dirty="0"/>
              <a:t> введите формулы для расчета </a:t>
            </a:r>
            <a:r>
              <a:rPr lang="ru-RU" sz="1600" b="1" dirty="0"/>
              <a:t>Суммарного выигрыша за игру (руб.) </a:t>
            </a:r>
            <a:r>
              <a:rPr lang="ru-RU" sz="1600" dirty="0"/>
              <a:t>каждого участника,</a:t>
            </a:r>
            <a:r>
              <a:rPr lang="ru-RU" sz="1600" b="1" dirty="0"/>
              <a:t> </a:t>
            </a:r>
            <a:r>
              <a:rPr lang="ru-RU" sz="1600" dirty="0"/>
              <a:t>в ячейки</a:t>
            </a:r>
            <a:r>
              <a:rPr lang="ru-RU" sz="1600" b="1" dirty="0"/>
              <a:t>В10:D10 </a:t>
            </a:r>
            <a:r>
              <a:rPr lang="ru-RU" sz="1600" dirty="0"/>
              <a:t>введите формулы для подсчета общего количества очков за раунд.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3. В ячейку </a:t>
            </a:r>
            <a:r>
              <a:rPr lang="ru-RU" sz="1600" b="1" dirty="0"/>
              <a:t>В12</a:t>
            </a:r>
            <a:r>
              <a:rPr lang="ru-RU" sz="1600" dirty="0"/>
              <a:t> введите логическую функцию для определения победителя игры (победителем игры считается тот участник игры, у которого суммарный выигрыш за игру наибольший)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4. Проверьте, что при изменении  курса валюты и количества очков участников изменяется содержимое ячеек, в которых заданы формулы. 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5. Сохраните документ под именем </a:t>
            </a:r>
            <a:r>
              <a:rPr lang="ru-RU" sz="1600" b="1" dirty="0"/>
              <a:t>Формула удачи</a:t>
            </a:r>
            <a:r>
              <a:rPr lang="ru-RU" sz="1600" dirty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04338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СПАСИБО ЗА ВНИМАНИЕ!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98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1454</TotalTime>
  <Words>358</Words>
  <Application>Microsoft Office PowerPoint</Application>
  <PresentationFormat>Широкоэкранный</PresentationFormat>
  <Paragraphs>36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Tw Cen MT</vt:lpstr>
      <vt:lpstr>Контур</vt:lpstr>
      <vt:lpstr>Адресация и типы данных</vt:lpstr>
      <vt:lpstr>Что такое Адресация</vt:lpstr>
      <vt:lpstr>Виды ссылок </vt:lpstr>
      <vt:lpstr>Относительные ссылки </vt:lpstr>
      <vt:lpstr>Смешанные ссылки </vt:lpstr>
      <vt:lpstr>Абсолютные ссылки </vt:lpstr>
      <vt:lpstr>Типы данных</vt:lpstr>
      <vt:lpstr>Данные в виде формул </vt:lpstr>
      <vt:lpstr>задачи</vt:lpstr>
      <vt:lpstr>СПАСИБО ЗА ВНИМАНИЕ! 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Адресация и типы данных</dc:title>
  <dc:creator>Антон Боговик</dc:creator>
  <cp:lastModifiedBy>Антон Боговик</cp:lastModifiedBy>
  <cp:revision>12</cp:revision>
  <dcterms:created xsi:type="dcterms:W3CDTF">2018-02-03T20:53:50Z</dcterms:created>
  <dcterms:modified xsi:type="dcterms:W3CDTF">2018-02-05T05:07:15Z</dcterms:modified>
</cp:coreProperties>
</file>