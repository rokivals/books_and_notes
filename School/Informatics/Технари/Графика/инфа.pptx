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78" autoAdjust="0"/>
  </p:normalViewPr>
  <p:slideViewPr>
    <p:cSldViewPr snapToGrid="0">
      <p:cViewPr varScale="1">
        <p:scale>
          <a:sx n="63" d="100"/>
          <a:sy n="63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16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084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488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6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265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548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64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2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84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217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988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018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9430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691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254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02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C0B8-0A49-4A36-BCFE-7388F95B6166}" type="datetimeFigureOut">
              <a:rPr lang="ru-RU" smtClean="0"/>
              <a:t>28.01.2018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E7D0844-174F-4EBE-ABB9-E130CCF39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97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2925" y="491319"/>
            <a:ext cx="8915399" cy="337166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Графические технологии. Растровая графика. Векторная графика. Трехмерная графика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509982" y="5691116"/>
            <a:ext cx="5335824" cy="881286"/>
          </a:xfrm>
        </p:spPr>
        <p:txBody>
          <a:bodyPr/>
          <a:lstStyle/>
          <a:p>
            <a:r>
              <a:rPr lang="ru-RU" dirty="0" smtClean="0"/>
              <a:t>Презентацию подготовила ученица 10 «Б» класса </a:t>
            </a:r>
            <a:r>
              <a:rPr lang="ru-RU" dirty="0" err="1"/>
              <a:t>В</a:t>
            </a:r>
            <a:r>
              <a:rPr lang="ru-RU" dirty="0" err="1" smtClean="0"/>
              <a:t>ладыкина</a:t>
            </a:r>
            <a:r>
              <a:rPr lang="ru-RU" dirty="0" smtClean="0"/>
              <a:t> Алевтина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518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1354" y="610463"/>
            <a:ext cx="8911687" cy="713370"/>
          </a:xfrm>
        </p:spPr>
        <p:txBody>
          <a:bodyPr>
            <a:normAutofit/>
          </a:bodyPr>
          <a:lstStyle/>
          <a:p>
            <a:r>
              <a:rPr lang="ru-RU" sz="4000" u="sng" dirty="0" smtClean="0"/>
              <a:t>Графические технологии.</a:t>
            </a:r>
            <a:endParaRPr lang="ru-RU" sz="4000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01354" y="1502494"/>
            <a:ext cx="8915400" cy="49398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Технологии обработки графической информации</a:t>
            </a:r>
            <a:r>
              <a:rPr lang="ru-RU" sz="2000" dirty="0" smtClean="0"/>
              <a:t>.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Почти с момента создания ЭВМ появилась и компьютерная графика, которая сейчас считается неотъемлемой частью мировой технологии. По началу это была лишь векторная графика – построение изображения с помощью так называемых “векторов” - функций, которые позволяют вычислить положение точки на экране или бумаге. Например, функция, графиком которой является круг, прямая линия или другие более сложные кривые</a:t>
            </a:r>
            <a:r>
              <a:rPr lang="ru-RU" sz="2000" dirty="0" smtClean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30957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04302" y="1066799"/>
            <a:ext cx="8915400" cy="49876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smtClean="0"/>
              <a:t>Совокупность </a:t>
            </a:r>
            <a:r>
              <a:rPr lang="ru-RU" sz="2000" dirty="0"/>
              <a:t>таких “векторов” и есть векторное изображения.</a:t>
            </a:r>
          </a:p>
          <a:p>
            <a:pPr marL="0" indent="0">
              <a:buNone/>
            </a:pPr>
            <a:r>
              <a:rPr lang="ru-RU" sz="2000" dirty="0" smtClean="0"/>
              <a:t>С </a:t>
            </a:r>
            <a:r>
              <a:rPr lang="ru-RU" sz="2000" dirty="0"/>
              <a:t>развитием компьютерной техники и технологий появилось множество способов постройки графических объектов. Но для начала, определимся с термином "графический объект". Это либо само графическое изображение или его часть. В зависимости от видов компьютерной графики под этим термином понимаются как и пиксели или спрайты (в растровой графике), так и векторные объекты, такие как круг, квадрат, линия, кривая и т.д. (в векторной графике).</a:t>
            </a:r>
          </a:p>
          <a:p>
            <a:pPr marL="0" indent="0">
              <a:buNone/>
            </a:pPr>
            <a:r>
              <a:rPr lang="ru-RU" sz="2000" dirty="0" smtClean="0"/>
              <a:t>Для </a:t>
            </a:r>
            <a:r>
              <a:rPr lang="ru-RU" sz="2000" dirty="0"/>
              <a:t>дальнейшего рассмотрения проблемы постройки объектов с помощью векторной графики, необходимо уяснить разницу между двумя основными видами компьютерной графики - растровой и векторной.</a:t>
            </a:r>
          </a:p>
        </p:txBody>
      </p:sp>
    </p:spTree>
    <p:extLst>
      <p:ext uri="{BB962C8B-B14F-4D97-AF65-F5344CB8AC3E}">
        <p14:creationId xmlns:p14="http://schemas.microsoft.com/office/powerpoint/2010/main" val="137142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38585" y="637758"/>
            <a:ext cx="8911687" cy="740666"/>
          </a:xfrm>
        </p:spPr>
        <p:txBody>
          <a:bodyPr>
            <a:normAutofit/>
          </a:bodyPr>
          <a:lstStyle/>
          <a:p>
            <a:r>
              <a:rPr lang="ru-RU" sz="4000" u="sng" dirty="0" smtClean="0"/>
              <a:t>Растровая графика</a:t>
            </a:r>
            <a:endParaRPr lang="ru-RU" sz="4000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38585" y="1505803"/>
            <a:ext cx="8915400" cy="3777622"/>
          </a:xfrm>
        </p:spPr>
        <p:txBody>
          <a:bodyPr>
            <a:normAutofit/>
          </a:bodyPr>
          <a:lstStyle/>
          <a:p>
            <a:r>
              <a:rPr lang="ru-RU" sz="2400" b="1" dirty="0"/>
              <a:t>Растровое изображение </a:t>
            </a:r>
            <a:r>
              <a:rPr lang="ru-RU" sz="2400" dirty="0"/>
              <a:t>— изображение, представляющее собой сетку пикселей — цветных точек (обычно прямоугольных) на мониторе, бумаге и других отображающих устройствах.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762" y="3849911"/>
            <a:ext cx="4295775" cy="28670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61" y="3849912"/>
            <a:ext cx="3790304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0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6234" y="665675"/>
            <a:ext cx="8911687" cy="678216"/>
          </a:xfrm>
        </p:spPr>
        <p:txBody>
          <a:bodyPr>
            <a:noAutofit/>
          </a:bodyPr>
          <a:lstStyle/>
          <a:p>
            <a:r>
              <a:rPr lang="ru-RU" u="sng" dirty="0" smtClean="0"/>
              <a:t>Характеристики растровой графики</a:t>
            </a:r>
            <a:endParaRPr lang="ru-RU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02521" y="1676399"/>
            <a:ext cx="8915400" cy="4752109"/>
          </a:xfrm>
        </p:spPr>
        <p:txBody>
          <a:bodyPr>
            <a:normAutofit/>
          </a:bodyPr>
          <a:lstStyle/>
          <a:p>
            <a:r>
              <a:rPr lang="ru-RU" dirty="0"/>
              <a:t>Размер изображения в пикселях — может выражаться в виде количества пикселей по ширине и по высоте </a:t>
            </a:r>
            <a:r>
              <a:rPr lang="ru-RU" dirty="0" smtClean="0"/>
              <a:t>или </a:t>
            </a:r>
            <a:r>
              <a:rPr lang="ru-RU" dirty="0"/>
              <a:t>же в виде общего количества </a:t>
            </a:r>
            <a:r>
              <a:rPr lang="ru-RU" dirty="0" smtClean="0"/>
              <a:t>пикселей.</a:t>
            </a:r>
          </a:p>
          <a:p>
            <a:r>
              <a:rPr lang="ru-RU" dirty="0"/>
              <a:t>Количество используемых цветов или глубина </a:t>
            </a:r>
            <a:r>
              <a:rPr lang="ru-RU" dirty="0" smtClean="0"/>
              <a:t>цвета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/>
              <a:t>Разрешение изображения — величина, определяющая количество точек (элементов растрового изображения) на единицу площади (или единицу длины).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521" y="3157103"/>
            <a:ext cx="486727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4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89361" y="665674"/>
            <a:ext cx="8911687" cy="830617"/>
          </a:xfrm>
        </p:spPr>
        <p:txBody>
          <a:bodyPr>
            <a:noAutofit/>
          </a:bodyPr>
          <a:lstStyle/>
          <a:p>
            <a:r>
              <a:rPr lang="ru-RU" dirty="0" smtClean="0"/>
              <a:t>Преимущества растровой графики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85648" y="1801090"/>
            <a:ext cx="8915400" cy="5056910"/>
          </a:xfrm>
        </p:spPr>
        <p:txBody>
          <a:bodyPr/>
          <a:lstStyle/>
          <a:p>
            <a:r>
              <a:rPr lang="ru-RU" dirty="0" smtClean="0"/>
              <a:t>Растровая </a:t>
            </a:r>
            <a:r>
              <a:rPr lang="ru-RU" dirty="0"/>
              <a:t>графика позволяет создать практически любой рисунок, вне зависимости от сложности, в отличие, например, от векторной, где невозможно точно передать эффект перехода от одного цвета к другому без потерь в размере файла;</a:t>
            </a:r>
          </a:p>
          <a:p>
            <a:r>
              <a:rPr lang="ru-RU" dirty="0"/>
              <a:t>Распространённость — растровая графика используется сейчас практически везде: от маленьких значков до плакатов;</a:t>
            </a:r>
          </a:p>
          <a:p>
            <a:r>
              <a:rPr lang="ru-RU" dirty="0"/>
              <a:t>Высокая скорость обработки сложных изображений, если не нужно масштабирование;</a:t>
            </a:r>
          </a:p>
          <a:p>
            <a:r>
              <a:rPr lang="ru-RU" dirty="0"/>
              <a:t>Растровое представление изображения естественно для большинства устройств ввода-вывода графической информации, таких как мониторы (за исключением векторных устройств вывода), матричные и струйные принтеры, цифровые фотоаппараты, сканеры, а также сотовые телефоны.</a:t>
            </a:r>
          </a:p>
        </p:txBody>
      </p:sp>
    </p:spTree>
    <p:extLst>
      <p:ext uri="{BB962C8B-B14F-4D97-AF65-F5344CB8AC3E}">
        <p14:creationId xmlns:p14="http://schemas.microsoft.com/office/powerpoint/2010/main" val="348829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17071" y="637965"/>
            <a:ext cx="8911687" cy="789054"/>
          </a:xfrm>
        </p:spPr>
        <p:txBody>
          <a:bodyPr/>
          <a:lstStyle/>
          <a:p>
            <a:r>
              <a:rPr lang="ru-RU" dirty="0" smtClean="0"/>
              <a:t>Недостатки растровой графики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17071" y="1634836"/>
            <a:ext cx="8915400" cy="3777622"/>
          </a:xfrm>
        </p:spPr>
        <p:txBody>
          <a:bodyPr>
            <a:normAutofit/>
          </a:bodyPr>
          <a:lstStyle/>
          <a:p>
            <a:r>
              <a:rPr lang="ru-RU" sz="2400" dirty="0"/>
              <a:t>Большой размер файлов у простых изображений;</a:t>
            </a:r>
          </a:p>
          <a:p>
            <a:r>
              <a:rPr lang="ru-RU" sz="2400" dirty="0"/>
              <a:t>Невозможность идеального масштабирования;</a:t>
            </a:r>
          </a:p>
          <a:p>
            <a:r>
              <a:rPr lang="ru-RU" sz="2400" dirty="0"/>
              <a:t>Невозможность вывода на печать на векторный графопостроитель.</a:t>
            </a:r>
          </a:p>
          <a:p>
            <a:pPr marL="0" indent="0">
              <a:buNone/>
            </a:pPr>
            <a:r>
              <a:rPr lang="ru-RU" sz="2400" dirty="0"/>
              <a:t>Из‑за этих недостатков для хранения простых рисунков рекомендуют вместо даже сжатой растровой графики использовать векторную графику.</a:t>
            </a:r>
          </a:p>
        </p:txBody>
      </p:sp>
    </p:spTree>
    <p:extLst>
      <p:ext uri="{BB962C8B-B14F-4D97-AF65-F5344CB8AC3E}">
        <p14:creationId xmlns:p14="http://schemas.microsoft.com/office/powerpoint/2010/main" val="419460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798" y="665674"/>
            <a:ext cx="8911687" cy="1280890"/>
          </a:xfrm>
        </p:spPr>
        <p:txBody>
          <a:bodyPr>
            <a:normAutofit/>
          </a:bodyPr>
          <a:lstStyle/>
          <a:p>
            <a:r>
              <a:rPr lang="ru-RU" sz="4000" u="sng" dirty="0" smtClean="0"/>
              <a:t>Векторная графика</a:t>
            </a:r>
            <a:endParaRPr lang="ru-RU" sz="4000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47798" y="1634836"/>
            <a:ext cx="8915400" cy="3777622"/>
          </a:xfrm>
        </p:spPr>
        <p:txBody>
          <a:bodyPr/>
          <a:lstStyle/>
          <a:p>
            <a:r>
              <a:rPr lang="ru-RU" dirty="0"/>
              <a:t>В</a:t>
            </a:r>
            <a:r>
              <a:rPr lang="ru-RU" dirty="0" smtClean="0"/>
              <a:t>екторные </a:t>
            </a:r>
            <a:r>
              <a:rPr lang="ru-RU" dirty="0"/>
              <a:t>изображения состоят уже не из пикселей, а из множества опорных точек и соединяющих их кривых. Векторное изображение описывается математическими формулами и, соответственно, не требует наличия информации о каждом пикселе. Сколько ни увеличивай масштаб векторного изображения, вы никогда не увидите пикселей</a:t>
            </a:r>
            <a:r>
              <a:rPr lang="ru-RU" dirty="0" smtClean="0"/>
              <a:t>.</a:t>
            </a:r>
          </a:p>
          <a:p>
            <a:r>
              <a:rPr lang="ru-RU" dirty="0"/>
              <a:t>Векторная графика используется для иллюстраций, иконок, логотипов и технических чертежей, но сложна для воспроизведения фотореалистичных изображений.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833" y="4161194"/>
            <a:ext cx="5456094" cy="250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61653" y="665673"/>
            <a:ext cx="8911687" cy="789054"/>
          </a:xfrm>
        </p:spPr>
        <p:txBody>
          <a:bodyPr/>
          <a:lstStyle/>
          <a:p>
            <a:r>
              <a:rPr lang="ru-RU" dirty="0" smtClean="0"/>
              <a:t>Преимущества векторной графики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0817" y="1801091"/>
            <a:ext cx="8915400" cy="3777622"/>
          </a:xfrm>
        </p:spPr>
        <p:txBody>
          <a:bodyPr>
            <a:normAutofit/>
          </a:bodyPr>
          <a:lstStyle/>
          <a:p>
            <a:r>
              <a:rPr lang="ru-RU" sz="2400" dirty="0"/>
              <a:t>Малый объём занимаемой памяти — векторные изображения имеют меньший размер, так как содержат в себе малое количество информации.</a:t>
            </a:r>
          </a:p>
          <a:p>
            <a:r>
              <a:rPr lang="ru-RU" sz="2400" dirty="0"/>
              <a:t>Векторные изображения отлично масштабируются — можно бесконечно изменять размер изображения без потерь качества.</a:t>
            </a:r>
          </a:p>
        </p:txBody>
      </p:sp>
    </p:spTree>
    <p:extLst>
      <p:ext uri="{BB962C8B-B14F-4D97-AF65-F5344CB8AC3E}">
        <p14:creationId xmlns:p14="http://schemas.microsoft.com/office/powerpoint/2010/main" val="82754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3216" y="693383"/>
            <a:ext cx="8911687" cy="789054"/>
          </a:xfrm>
        </p:spPr>
        <p:txBody>
          <a:bodyPr/>
          <a:lstStyle/>
          <a:p>
            <a:r>
              <a:rPr lang="ru-RU" dirty="0" smtClean="0"/>
              <a:t>Недостатки векторной графики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03216" y="1704109"/>
            <a:ext cx="8915400" cy="4627418"/>
          </a:xfrm>
        </p:spPr>
        <p:txBody>
          <a:bodyPr>
            <a:normAutofit/>
          </a:bodyPr>
          <a:lstStyle/>
          <a:p>
            <a:r>
              <a:rPr lang="ru-RU" sz="2000" dirty="0"/>
              <a:t>Чтобы отобразить векторное изображение требуется произвести ряд вычислений, соответственно, сложные изображения могут требовать повышенных вычислительных мощностей.</a:t>
            </a:r>
          </a:p>
          <a:p>
            <a:r>
              <a:rPr lang="ru-RU" sz="2000" dirty="0"/>
              <a:t>Не каждая графическая сцена может быть представлена в векторном виде: для сложного изображения с широкой цветовой гаммой может потребоваться огромное количество точек и кривых, что сведёт «на нет» все преимущества векторной графики.</a:t>
            </a:r>
          </a:p>
          <a:p>
            <a:r>
              <a:rPr lang="ru-RU" sz="2000" dirty="0"/>
              <a:t>Процесс создания и редактирования векторной графики отличается от привычной многим модели — для работы с вектором потребуются дополнительные знания.</a:t>
            </a:r>
          </a:p>
        </p:txBody>
      </p:sp>
    </p:spTree>
    <p:extLst>
      <p:ext uri="{BB962C8B-B14F-4D97-AF65-F5344CB8AC3E}">
        <p14:creationId xmlns:p14="http://schemas.microsoft.com/office/powerpoint/2010/main" val="176155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3216" y="624110"/>
            <a:ext cx="8911687" cy="927599"/>
          </a:xfrm>
        </p:spPr>
        <p:txBody>
          <a:bodyPr>
            <a:normAutofit/>
          </a:bodyPr>
          <a:lstStyle/>
          <a:p>
            <a:r>
              <a:rPr lang="ru-RU" sz="4000" dirty="0" smtClean="0"/>
              <a:t>Трехмерная графика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9503" y="1551709"/>
            <a:ext cx="8915400" cy="4821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Трёхмерная графика — раздел компьютерной графики, посвящённый методам создания изображений или видео путём моделирования объёмных объектов </a:t>
            </a:r>
            <a:r>
              <a:rPr lang="ru-RU" sz="2400" dirty="0" smtClean="0"/>
              <a:t>в </a:t>
            </a:r>
            <a:r>
              <a:rPr lang="ru-RU" sz="2400" dirty="0"/>
              <a:t>трёхмерном </a:t>
            </a:r>
            <a:r>
              <a:rPr lang="ru-RU" sz="2400" dirty="0" smtClean="0"/>
              <a:t>пространстве.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103" y="3259715"/>
            <a:ext cx="5522138" cy="30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48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4889" y="651819"/>
            <a:ext cx="8911687" cy="775199"/>
          </a:xfrm>
        </p:spPr>
        <p:txBody>
          <a:bodyPr>
            <a:normAutofit/>
          </a:bodyPr>
          <a:lstStyle/>
          <a:p>
            <a:r>
              <a:rPr lang="ru-RU" sz="4000" dirty="0" smtClean="0"/>
              <a:t>3</a:t>
            </a:r>
            <a:r>
              <a:rPr lang="en-US" sz="4000" dirty="0" smtClean="0"/>
              <a:t>D </a:t>
            </a:r>
            <a:r>
              <a:rPr lang="ru-RU" sz="4000" dirty="0" smtClean="0"/>
              <a:t>моделирование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21176" y="1593272"/>
            <a:ext cx="8915400" cy="4472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3D-моделирование — это процесс создания трёхмерной модели объекта. Задача 3D-моделирования — разработать визуальный объёмный образ желаемого объекта. При этом модель может как соответствовать объектам из реального мира (автомобили, здания, ураган, астероид), так и быть полностью абстрактной (проекция четырёхмерного фрактала).</a:t>
            </a:r>
          </a:p>
          <a:p>
            <a:pPr marL="0" indent="0">
              <a:buNone/>
            </a:pPr>
            <a:r>
              <a:rPr lang="ru-RU" sz="2000" dirty="0" smtClean="0"/>
              <a:t>Графическое </a:t>
            </a:r>
            <a:r>
              <a:rPr lang="ru-RU" sz="2000" dirty="0"/>
              <a:t>изображение трёхмерных объектов отличается тем, что включает построение геометрической проекции трёхмерной модели сцены на плоскость (например, экран компьютера) с помощью специализированных программ. Однако с созданием и внедрением 3D-дисплеев и 3D-принтеров трёхмерная графика не обязательно включает в себя проецирование на плоскость.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70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5440" y="472440"/>
            <a:ext cx="10576560" cy="6385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Для получения трёхмерного изображения на плоскости требуются следующие шаги</a:t>
            </a:r>
            <a:r>
              <a:rPr lang="ru-RU" sz="2000" b="1" dirty="0" smtClean="0"/>
              <a:t>:</a:t>
            </a:r>
            <a:endParaRPr lang="ru-RU" sz="2000" b="1" dirty="0"/>
          </a:p>
          <a:p>
            <a:r>
              <a:rPr lang="ru-RU" sz="1900" dirty="0"/>
              <a:t>моделирование — создание трёхмерной математической модели сцены и объектов в ней;</a:t>
            </a:r>
          </a:p>
          <a:p>
            <a:r>
              <a:rPr lang="ru-RU" sz="1900" dirty="0" err="1"/>
              <a:t>текстурирование</a:t>
            </a:r>
            <a:r>
              <a:rPr lang="ru-RU" sz="1900" dirty="0"/>
              <a:t> — назначение поверхностям моделей растровых или процедурных текстур (подразумевает также настройку свойств материалов — прозрачность, отражения, шероховатость и пр.);</a:t>
            </a:r>
          </a:p>
          <a:p>
            <a:r>
              <a:rPr lang="ru-RU" sz="1900" dirty="0"/>
              <a:t>освещение — установка и настройка источников света;</a:t>
            </a:r>
          </a:p>
          <a:p>
            <a:r>
              <a:rPr lang="ru-RU" sz="1900" dirty="0"/>
              <a:t>анимация (в некоторых случаях) — придание движения объектам;</a:t>
            </a:r>
          </a:p>
          <a:p>
            <a:r>
              <a:rPr lang="ru-RU" sz="1900" dirty="0"/>
              <a:t>динамическая симуляция (в некоторых случаях) — автоматический расчёт взаимодействия частиц, твёрдых/мягких тел и пр. с моделируемыми силами гравитации, ветра, выталкивания и др., а также друг с другом;</a:t>
            </a:r>
          </a:p>
          <a:p>
            <a:r>
              <a:rPr lang="ru-RU" sz="1900" dirty="0"/>
              <a:t>рендеринг (визуализация) — построение проекции в соответствии с выбранной физической моделью;</a:t>
            </a:r>
          </a:p>
          <a:p>
            <a:r>
              <a:rPr lang="ru-RU" sz="1900" dirty="0" err="1"/>
              <a:t>композитинг</a:t>
            </a:r>
            <a:r>
              <a:rPr lang="ru-RU" sz="1900" dirty="0"/>
              <a:t> (компоновка) — доработка изображения;</a:t>
            </a:r>
          </a:p>
          <a:p>
            <a:r>
              <a:rPr lang="ru-RU" sz="1900" dirty="0"/>
              <a:t>вывод полученного изображения на устройство вывода — дисплей или специальный принтер.</a:t>
            </a:r>
          </a:p>
        </p:txBody>
      </p:sp>
    </p:spTree>
    <p:extLst>
      <p:ext uri="{BB962C8B-B14F-4D97-AF65-F5344CB8AC3E}">
        <p14:creationId xmlns:p14="http://schemas.microsoft.com/office/powerpoint/2010/main" val="234447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335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309</TotalTime>
  <Words>868</Words>
  <Application>Microsoft Office PowerPoint</Application>
  <PresentationFormat>Широкоэкранный</PresentationFormat>
  <Paragraphs>53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Легкий дым</vt:lpstr>
      <vt:lpstr>Графические технологии. Растровая графика. Векторная графика. Трехмерная графика</vt:lpstr>
      <vt:lpstr>Графические технологии.</vt:lpstr>
      <vt:lpstr>Презентация PowerPoint</vt:lpstr>
      <vt:lpstr>Растровая графика</vt:lpstr>
      <vt:lpstr>Характеристики растровой графики</vt:lpstr>
      <vt:lpstr>Преимущества растровой графики </vt:lpstr>
      <vt:lpstr>Недостатки растровой графики</vt:lpstr>
      <vt:lpstr>Векторная графика</vt:lpstr>
      <vt:lpstr>Преимущества векторной графики</vt:lpstr>
      <vt:lpstr>Недостатки векторной графики</vt:lpstr>
      <vt:lpstr>Трехмерная графика</vt:lpstr>
      <vt:lpstr>3D моделирование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Графические технологии. Растровая графика. Векторная графика. Трехмерная графика</dc:title>
  <dc:creator>Anastasia</dc:creator>
  <cp:lastModifiedBy>Anastasia</cp:lastModifiedBy>
  <cp:revision>8</cp:revision>
  <dcterms:created xsi:type="dcterms:W3CDTF">2018-01-28T11:44:15Z</dcterms:created>
  <dcterms:modified xsi:type="dcterms:W3CDTF">2018-01-28T16:53:31Z</dcterms:modified>
</cp:coreProperties>
</file>